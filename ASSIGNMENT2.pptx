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364272-0A35-46C4-A6DA-F5D9AAE6C7F1}" v="152" dt="2025-11-06T20:44:30.717"/>
    <p1510:client id="{EA0406E3-B8A5-DA7E-5F6F-26D15EF64DA2}" v="2" dt="2025-11-06T20:34:45.7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EA0406E3-B8A5-DA7E-5F6F-26D15EF64DA2}"/>
    <pc:docChg chg="addSld delSld">
      <pc:chgData name="Guest User" userId="" providerId="Windows Live" clId="Web-{EA0406E3-B8A5-DA7E-5F6F-26D15EF64DA2}" dt="2025-11-06T20:34:45.710" v="1"/>
      <pc:docMkLst>
        <pc:docMk/>
      </pc:docMkLst>
      <pc:sldChg chg="new del">
        <pc:chgData name="Guest User" userId="" providerId="Windows Live" clId="Web-{EA0406E3-B8A5-DA7E-5F6F-26D15EF64DA2}" dt="2025-11-06T20:34:45.710" v="1"/>
        <pc:sldMkLst>
          <pc:docMk/>
          <pc:sldMk cId="3380903800" sldId="267"/>
        </pc:sldMkLst>
      </pc:sldChg>
    </pc:docChg>
  </pc:docChgLst>
  <pc:docChgLst>
    <pc:chgData name="Abhigna Komaravolu" userId="ce9f7693b60c5cbd" providerId="LiveId" clId="{96618CF5-0353-4E8A-B60D-0DD90AD1BA5D}"/>
    <pc:docChg chg="custSel addSld delSld modSld modMainMaster">
      <pc:chgData name="Abhigna Komaravolu" userId="ce9f7693b60c5cbd" providerId="LiveId" clId="{96618CF5-0353-4E8A-B60D-0DD90AD1BA5D}" dt="2025-11-06T20:44:30.717" v="700" actId="2696"/>
      <pc:docMkLst>
        <pc:docMk/>
      </pc:docMkLst>
      <pc:sldChg chg="modSp mod modTransition">
        <pc:chgData name="Abhigna Komaravolu" userId="ce9f7693b60c5cbd" providerId="LiveId" clId="{96618CF5-0353-4E8A-B60D-0DD90AD1BA5D}" dt="2025-11-06T20:33:00.263" v="666"/>
        <pc:sldMkLst>
          <pc:docMk/>
          <pc:sldMk cId="4043737824" sldId="257"/>
        </pc:sldMkLst>
        <pc:spChg chg="mod">
          <ac:chgData name="Abhigna Komaravolu" userId="ce9f7693b60c5cbd" providerId="LiveId" clId="{96618CF5-0353-4E8A-B60D-0DD90AD1BA5D}" dt="2025-11-06T19:45:52.746" v="364" actId="403"/>
          <ac:spMkLst>
            <pc:docMk/>
            <pc:sldMk cId="4043737824" sldId="257"/>
            <ac:spMk id="2" creationId="{78FD68DA-43BA-4508-8DE2-BA9BB7B2FA5B}"/>
          </ac:spMkLst>
        </pc:spChg>
        <pc:spChg chg="mod">
          <ac:chgData name="Abhigna Komaravolu" userId="ce9f7693b60c5cbd" providerId="LiveId" clId="{96618CF5-0353-4E8A-B60D-0DD90AD1BA5D}" dt="2025-11-06T19:46:09.135" v="380" actId="20577"/>
          <ac:spMkLst>
            <pc:docMk/>
            <pc:sldMk cId="4043737824" sldId="257"/>
            <ac:spMk id="3" creationId="{A8E9CFF2-3777-4FF4-A759-8491175B0B7C}"/>
          </ac:spMkLst>
        </pc:spChg>
      </pc:sldChg>
      <pc:sldChg chg="addSp modSp mod modTransition">
        <pc:chgData name="Abhigna Komaravolu" userId="ce9f7693b60c5cbd" providerId="LiveId" clId="{96618CF5-0353-4E8A-B60D-0DD90AD1BA5D}" dt="2025-11-06T20:33:00.263" v="666"/>
        <pc:sldMkLst>
          <pc:docMk/>
          <pc:sldMk cId="1433959147" sldId="259"/>
        </pc:sldMkLst>
        <pc:spChg chg="mod">
          <ac:chgData name="Abhigna Komaravolu" userId="ce9f7693b60c5cbd" providerId="LiveId" clId="{96618CF5-0353-4E8A-B60D-0DD90AD1BA5D}" dt="2025-11-06T19:11:38.720" v="9" actId="255"/>
          <ac:spMkLst>
            <pc:docMk/>
            <pc:sldMk cId="1433959147" sldId="259"/>
            <ac:spMk id="2" creationId="{E188996E-B732-2143-ED2B-240E638179EB}"/>
          </ac:spMkLst>
        </pc:spChg>
        <pc:spChg chg="mod">
          <ac:chgData name="Abhigna Komaravolu" userId="ce9f7693b60c5cbd" providerId="LiveId" clId="{96618CF5-0353-4E8A-B60D-0DD90AD1BA5D}" dt="2025-11-06T19:21:13.458" v="199" actId="12"/>
          <ac:spMkLst>
            <pc:docMk/>
            <pc:sldMk cId="1433959147" sldId="259"/>
            <ac:spMk id="4" creationId="{C657F534-7104-D15D-19C9-17A4E6EB0E80}"/>
          </ac:spMkLst>
        </pc:spChg>
        <pc:picChg chg="add mod">
          <ac:chgData name="Abhigna Komaravolu" userId="ce9f7693b60c5cbd" providerId="LiveId" clId="{96618CF5-0353-4E8A-B60D-0DD90AD1BA5D}" dt="2025-11-06T19:47:00.188" v="385" actId="14100"/>
          <ac:picMkLst>
            <pc:docMk/>
            <pc:sldMk cId="1433959147" sldId="259"/>
            <ac:picMk id="7" creationId="{3F22DC19-E522-36D4-6376-DDFACB9F9937}"/>
          </ac:picMkLst>
        </pc:picChg>
      </pc:sldChg>
      <pc:sldChg chg="addSp modSp new mod modTransition">
        <pc:chgData name="Abhigna Komaravolu" userId="ce9f7693b60c5cbd" providerId="LiveId" clId="{96618CF5-0353-4E8A-B60D-0DD90AD1BA5D}" dt="2025-11-06T20:33:00.263" v="666"/>
        <pc:sldMkLst>
          <pc:docMk/>
          <pc:sldMk cId="1653238373" sldId="260"/>
        </pc:sldMkLst>
        <pc:spChg chg="mod">
          <ac:chgData name="Abhigna Komaravolu" userId="ce9f7693b60c5cbd" providerId="LiveId" clId="{96618CF5-0353-4E8A-B60D-0DD90AD1BA5D}" dt="2025-11-06T19:20:50.980" v="197" actId="255"/>
          <ac:spMkLst>
            <pc:docMk/>
            <pc:sldMk cId="1653238373" sldId="260"/>
            <ac:spMk id="2" creationId="{90789DCB-E7CE-562B-5CCF-CA7A26283737}"/>
          </ac:spMkLst>
        </pc:spChg>
        <pc:spChg chg="mod">
          <ac:chgData name="Abhigna Komaravolu" userId="ce9f7693b60c5cbd" providerId="LiveId" clId="{96618CF5-0353-4E8A-B60D-0DD90AD1BA5D}" dt="2025-11-06T19:56:22.434" v="495" actId="114"/>
          <ac:spMkLst>
            <pc:docMk/>
            <pc:sldMk cId="1653238373" sldId="260"/>
            <ac:spMk id="3" creationId="{4D1FBDEA-0933-4B1C-E9AA-ED382EE5EDAB}"/>
          </ac:spMkLst>
        </pc:spChg>
        <pc:picChg chg="add mod">
          <ac:chgData name="Abhigna Komaravolu" userId="ce9f7693b60c5cbd" providerId="LiveId" clId="{96618CF5-0353-4E8A-B60D-0DD90AD1BA5D}" dt="2025-11-06T19:44:34.029" v="349" actId="1076"/>
          <ac:picMkLst>
            <pc:docMk/>
            <pc:sldMk cId="1653238373" sldId="260"/>
            <ac:picMk id="5" creationId="{F9155F7A-F8A5-1852-B23A-E374CFCDED81}"/>
          </ac:picMkLst>
        </pc:picChg>
      </pc:sldChg>
      <pc:sldChg chg="modSp new mod modTransition">
        <pc:chgData name="Abhigna Komaravolu" userId="ce9f7693b60c5cbd" providerId="LiveId" clId="{96618CF5-0353-4E8A-B60D-0DD90AD1BA5D}" dt="2025-11-06T20:33:00.263" v="666"/>
        <pc:sldMkLst>
          <pc:docMk/>
          <pc:sldMk cId="2864220122" sldId="261"/>
        </pc:sldMkLst>
        <pc:spChg chg="mod">
          <ac:chgData name="Abhigna Komaravolu" userId="ce9f7693b60c5cbd" providerId="LiveId" clId="{96618CF5-0353-4E8A-B60D-0DD90AD1BA5D}" dt="2025-11-06T19:47:35.650" v="386" actId="255"/>
          <ac:spMkLst>
            <pc:docMk/>
            <pc:sldMk cId="2864220122" sldId="261"/>
            <ac:spMk id="2" creationId="{404B0DB2-2BB0-9530-DBC0-F5D6D3CA43E5}"/>
          </ac:spMkLst>
        </pc:spChg>
        <pc:spChg chg="mod">
          <ac:chgData name="Abhigna Komaravolu" userId="ce9f7693b60c5cbd" providerId="LiveId" clId="{96618CF5-0353-4E8A-B60D-0DD90AD1BA5D}" dt="2025-11-06T19:57:08.244" v="511" actId="114"/>
          <ac:spMkLst>
            <pc:docMk/>
            <pc:sldMk cId="2864220122" sldId="261"/>
            <ac:spMk id="3" creationId="{8D0EF11C-CAAC-4A25-CBF1-9D8E4A1E71AC}"/>
          </ac:spMkLst>
        </pc:spChg>
      </pc:sldChg>
      <pc:sldChg chg="addSp delSp modSp new mod modTransition">
        <pc:chgData name="Abhigna Komaravolu" userId="ce9f7693b60c5cbd" providerId="LiveId" clId="{96618CF5-0353-4E8A-B60D-0DD90AD1BA5D}" dt="2025-11-06T20:33:00.263" v="666"/>
        <pc:sldMkLst>
          <pc:docMk/>
          <pc:sldMk cId="2839805312" sldId="262"/>
        </pc:sldMkLst>
        <pc:spChg chg="mod">
          <ac:chgData name="Abhigna Komaravolu" userId="ce9f7693b60c5cbd" providerId="LiveId" clId="{96618CF5-0353-4E8A-B60D-0DD90AD1BA5D}" dt="2025-11-06T19:22:52.117" v="228" actId="113"/>
          <ac:spMkLst>
            <pc:docMk/>
            <pc:sldMk cId="2839805312" sldId="262"/>
            <ac:spMk id="2" creationId="{65FCCF96-A8C3-718D-9377-EAFEBEBAF105}"/>
          </ac:spMkLst>
        </pc:spChg>
        <pc:spChg chg="mod">
          <ac:chgData name="Abhigna Komaravolu" userId="ce9f7693b60c5cbd" providerId="LiveId" clId="{96618CF5-0353-4E8A-B60D-0DD90AD1BA5D}" dt="2025-11-06T19:57:36.157" v="523" actId="114"/>
          <ac:spMkLst>
            <pc:docMk/>
            <pc:sldMk cId="2839805312" sldId="262"/>
            <ac:spMk id="3" creationId="{F95CB79F-BDE6-6BB2-55FC-AC70DB8088D2}"/>
          </ac:spMkLst>
        </pc:spChg>
        <pc:spChg chg="add del mod">
          <ac:chgData name="Abhigna Komaravolu" userId="ce9f7693b60c5cbd" providerId="LiveId" clId="{96618CF5-0353-4E8A-B60D-0DD90AD1BA5D}" dt="2025-11-06T19:22:54.243" v="230"/>
          <ac:spMkLst>
            <pc:docMk/>
            <pc:sldMk cId="2839805312" sldId="262"/>
            <ac:spMk id="5" creationId="{C357FB57-A257-33CA-EA44-597D1DDB2136}"/>
          </ac:spMkLst>
        </pc:spChg>
        <pc:picChg chg="add mod">
          <ac:chgData name="Abhigna Komaravolu" userId="ce9f7693b60c5cbd" providerId="LiveId" clId="{96618CF5-0353-4E8A-B60D-0DD90AD1BA5D}" dt="2025-11-06T19:45:20.790" v="354" actId="14100"/>
          <ac:picMkLst>
            <pc:docMk/>
            <pc:sldMk cId="2839805312" sldId="262"/>
            <ac:picMk id="7" creationId="{2242A893-4516-84F3-16F3-04A8315B7F64}"/>
          </ac:picMkLst>
        </pc:picChg>
      </pc:sldChg>
      <pc:sldChg chg="addSp delSp modSp new mod modTransition">
        <pc:chgData name="Abhigna Komaravolu" userId="ce9f7693b60c5cbd" providerId="LiveId" clId="{96618CF5-0353-4E8A-B60D-0DD90AD1BA5D}" dt="2025-11-06T20:33:00.263" v="666"/>
        <pc:sldMkLst>
          <pc:docMk/>
          <pc:sldMk cId="376269898" sldId="263"/>
        </pc:sldMkLst>
        <pc:spChg chg="mod">
          <ac:chgData name="Abhigna Komaravolu" userId="ce9f7693b60c5cbd" providerId="LiveId" clId="{96618CF5-0353-4E8A-B60D-0DD90AD1BA5D}" dt="2025-11-06T19:23:40.015" v="238" actId="113"/>
          <ac:spMkLst>
            <pc:docMk/>
            <pc:sldMk cId="376269898" sldId="263"/>
            <ac:spMk id="2" creationId="{56EA2B9D-FB88-B82A-C52A-480658EF4F4B}"/>
          </ac:spMkLst>
        </pc:spChg>
        <pc:spChg chg="del">
          <ac:chgData name="Abhigna Komaravolu" userId="ce9f7693b60c5cbd" providerId="LiveId" clId="{96618CF5-0353-4E8A-B60D-0DD90AD1BA5D}" dt="2025-11-06T19:23:47.795" v="239"/>
          <ac:spMkLst>
            <pc:docMk/>
            <pc:sldMk cId="376269898" sldId="263"/>
            <ac:spMk id="3" creationId="{35BB9371-7E72-00ED-9D68-7874B1C19F34}"/>
          </ac:spMkLst>
        </pc:spChg>
        <pc:spChg chg="add del mod">
          <ac:chgData name="Abhigna Komaravolu" userId="ce9f7693b60c5cbd" providerId="LiveId" clId="{96618CF5-0353-4E8A-B60D-0DD90AD1BA5D}" dt="2025-11-06T19:23:53.168" v="241" actId="21"/>
          <ac:spMkLst>
            <pc:docMk/>
            <pc:sldMk cId="376269898" sldId="263"/>
            <ac:spMk id="5" creationId="{FF12D274-4E9B-42A6-9643-2B0914BFABAB}"/>
          </ac:spMkLst>
        </pc:spChg>
        <pc:spChg chg="add mod">
          <ac:chgData name="Abhigna Komaravolu" userId="ce9f7693b60c5cbd" providerId="LiveId" clId="{96618CF5-0353-4E8A-B60D-0DD90AD1BA5D}" dt="2025-11-06T19:59:23.573" v="555" actId="113"/>
          <ac:spMkLst>
            <pc:docMk/>
            <pc:sldMk cId="376269898" sldId="263"/>
            <ac:spMk id="6" creationId="{9F784F6D-B356-591D-5601-F22219462906}"/>
          </ac:spMkLst>
        </pc:spChg>
      </pc:sldChg>
      <pc:sldChg chg="addSp delSp modSp new mod modTransition">
        <pc:chgData name="Abhigna Komaravolu" userId="ce9f7693b60c5cbd" providerId="LiveId" clId="{96618CF5-0353-4E8A-B60D-0DD90AD1BA5D}" dt="2025-11-06T20:33:00.263" v="666"/>
        <pc:sldMkLst>
          <pc:docMk/>
          <pc:sldMk cId="3632247643" sldId="264"/>
        </pc:sldMkLst>
        <pc:spChg chg="mod">
          <ac:chgData name="Abhigna Komaravolu" userId="ce9f7693b60c5cbd" providerId="LiveId" clId="{96618CF5-0353-4E8A-B60D-0DD90AD1BA5D}" dt="2025-11-06T19:26:10.786" v="259" actId="2711"/>
          <ac:spMkLst>
            <pc:docMk/>
            <pc:sldMk cId="3632247643" sldId="264"/>
            <ac:spMk id="2" creationId="{04760550-B61C-C2A0-755A-3CEAC28FD2F9}"/>
          </ac:spMkLst>
        </pc:spChg>
        <pc:spChg chg="mod">
          <ac:chgData name="Abhigna Komaravolu" userId="ce9f7693b60c5cbd" providerId="LiveId" clId="{96618CF5-0353-4E8A-B60D-0DD90AD1BA5D}" dt="2025-11-06T19:55:51.532" v="486"/>
          <ac:spMkLst>
            <pc:docMk/>
            <pc:sldMk cId="3632247643" sldId="264"/>
            <ac:spMk id="3" creationId="{C236E045-5A59-95BF-0C41-20C0D63739E7}"/>
          </ac:spMkLst>
        </pc:spChg>
        <pc:spChg chg="add del mod">
          <ac:chgData name="Abhigna Komaravolu" userId="ce9f7693b60c5cbd" providerId="LiveId" clId="{96618CF5-0353-4E8A-B60D-0DD90AD1BA5D}" dt="2025-11-06T19:28:46.920" v="292"/>
          <ac:spMkLst>
            <pc:docMk/>
            <pc:sldMk cId="3632247643" sldId="264"/>
            <ac:spMk id="4" creationId="{486F7E06-A979-4097-14B1-C657D9D05DAA}"/>
          </ac:spMkLst>
        </pc:spChg>
        <pc:spChg chg="add mod">
          <ac:chgData name="Abhigna Komaravolu" userId="ce9f7693b60c5cbd" providerId="LiveId" clId="{96618CF5-0353-4E8A-B60D-0DD90AD1BA5D}" dt="2025-11-06T19:27:04.952" v="270" actId="5793"/>
          <ac:spMkLst>
            <pc:docMk/>
            <pc:sldMk cId="3632247643" sldId="264"/>
            <ac:spMk id="5" creationId="{BDF0B63C-D78B-694F-4FB8-05AEFCDFD3C8}"/>
          </ac:spMkLst>
        </pc:spChg>
      </pc:sldChg>
      <pc:sldChg chg="addSp delSp modSp new mod modTransition">
        <pc:chgData name="Abhigna Komaravolu" userId="ce9f7693b60c5cbd" providerId="LiveId" clId="{96618CF5-0353-4E8A-B60D-0DD90AD1BA5D}" dt="2025-11-06T20:33:00.263" v="666"/>
        <pc:sldMkLst>
          <pc:docMk/>
          <pc:sldMk cId="1055620901" sldId="265"/>
        </pc:sldMkLst>
        <pc:spChg chg="mod">
          <ac:chgData name="Abhigna Komaravolu" userId="ce9f7693b60c5cbd" providerId="LiveId" clId="{96618CF5-0353-4E8A-B60D-0DD90AD1BA5D}" dt="2025-11-06T19:49:07.093" v="397" actId="113"/>
          <ac:spMkLst>
            <pc:docMk/>
            <pc:sldMk cId="1055620901" sldId="265"/>
            <ac:spMk id="2" creationId="{F4EC4631-940F-80B4-27E5-9FB30F312C4C}"/>
          </ac:spMkLst>
        </pc:spChg>
        <pc:spChg chg="mod">
          <ac:chgData name="Abhigna Komaravolu" userId="ce9f7693b60c5cbd" providerId="LiveId" clId="{96618CF5-0353-4E8A-B60D-0DD90AD1BA5D}" dt="2025-11-06T19:51:10.589" v="428" actId="14100"/>
          <ac:spMkLst>
            <pc:docMk/>
            <pc:sldMk cId="1055620901" sldId="265"/>
            <ac:spMk id="3" creationId="{92F1EA74-35A1-665E-99E7-9B06EB881570}"/>
          </ac:spMkLst>
        </pc:spChg>
        <pc:spChg chg="add mod">
          <ac:chgData name="Abhigna Komaravolu" userId="ce9f7693b60c5cbd" providerId="LiveId" clId="{96618CF5-0353-4E8A-B60D-0DD90AD1BA5D}" dt="2025-11-06T20:00:35.502" v="572" actId="114"/>
          <ac:spMkLst>
            <pc:docMk/>
            <pc:sldMk cId="1055620901" sldId="265"/>
            <ac:spMk id="4" creationId="{353A4F34-1EF2-0A45-DABC-6F1FD1999B62}"/>
          </ac:spMkLst>
        </pc:spChg>
        <pc:spChg chg="add del mod">
          <ac:chgData name="Abhigna Komaravolu" userId="ce9f7693b60c5cbd" providerId="LiveId" clId="{96618CF5-0353-4E8A-B60D-0DD90AD1BA5D}" dt="2025-11-06T19:32:42.534" v="320"/>
          <ac:spMkLst>
            <pc:docMk/>
            <pc:sldMk cId="1055620901" sldId="265"/>
            <ac:spMk id="5" creationId="{6E7F7F3E-6F0D-8A1B-8D54-7F9059FFE86F}"/>
          </ac:spMkLst>
        </pc:spChg>
      </pc:sldChg>
      <pc:sldChg chg="modSp new mod modTransition">
        <pc:chgData name="Abhigna Komaravolu" userId="ce9f7693b60c5cbd" providerId="LiveId" clId="{96618CF5-0353-4E8A-B60D-0DD90AD1BA5D}" dt="2025-11-06T20:33:00.263" v="666"/>
        <pc:sldMkLst>
          <pc:docMk/>
          <pc:sldMk cId="676367701" sldId="266"/>
        </pc:sldMkLst>
        <pc:spChg chg="mod">
          <ac:chgData name="Abhigna Komaravolu" userId="ce9f7693b60c5cbd" providerId="LiveId" clId="{96618CF5-0353-4E8A-B60D-0DD90AD1BA5D}" dt="2025-11-06T20:14:51.463" v="603" actId="113"/>
          <ac:spMkLst>
            <pc:docMk/>
            <pc:sldMk cId="676367701" sldId="266"/>
            <ac:spMk id="2" creationId="{EF69CBB8-D983-4F74-462C-06CA2AAFF731}"/>
          </ac:spMkLst>
        </pc:spChg>
        <pc:spChg chg="mod">
          <ac:chgData name="Abhigna Komaravolu" userId="ce9f7693b60c5cbd" providerId="LiveId" clId="{96618CF5-0353-4E8A-B60D-0DD90AD1BA5D}" dt="2025-11-06T19:52:57.449" v="461" actId="27636"/>
          <ac:spMkLst>
            <pc:docMk/>
            <pc:sldMk cId="676367701" sldId="266"/>
            <ac:spMk id="3" creationId="{B69C1018-5787-975E-A62B-DB90F6C6EE97}"/>
          </ac:spMkLst>
        </pc:spChg>
      </pc:sldChg>
      <pc:sldChg chg="modSp new del mod">
        <pc:chgData name="Abhigna Komaravolu" userId="ce9f7693b60c5cbd" providerId="LiveId" clId="{96618CF5-0353-4E8A-B60D-0DD90AD1BA5D}" dt="2025-11-06T20:14:12.980" v="587" actId="2696"/>
        <pc:sldMkLst>
          <pc:docMk/>
          <pc:sldMk cId="544262517" sldId="267"/>
        </pc:sldMkLst>
        <pc:spChg chg="mod">
          <ac:chgData name="Abhigna Komaravolu" userId="ce9f7693b60c5cbd" providerId="LiveId" clId="{96618CF5-0353-4E8A-B60D-0DD90AD1BA5D}" dt="2025-11-06T20:04:26.882" v="586"/>
          <ac:spMkLst>
            <pc:docMk/>
            <pc:sldMk cId="544262517" sldId="267"/>
            <ac:spMk id="3" creationId="{751AC039-4475-F168-BB65-2C8579323C98}"/>
          </ac:spMkLst>
        </pc:spChg>
      </pc:sldChg>
      <pc:sldChg chg="modSp new del mod">
        <pc:chgData name="Abhigna Komaravolu" userId="ce9f7693b60c5cbd" providerId="LiveId" clId="{96618CF5-0353-4E8A-B60D-0DD90AD1BA5D}" dt="2025-11-06T20:44:30.717" v="700" actId="2696"/>
        <pc:sldMkLst>
          <pc:docMk/>
          <pc:sldMk cId="1798364551" sldId="267"/>
        </pc:sldMkLst>
        <pc:spChg chg="mod">
          <ac:chgData name="Abhigna Komaravolu" userId="ce9f7693b60c5cbd" providerId="LiveId" clId="{96618CF5-0353-4E8A-B60D-0DD90AD1BA5D}" dt="2025-11-06T20:37:05.857" v="697" actId="113"/>
          <ac:spMkLst>
            <pc:docMk/>
            <pc:sldMk cId="1798364551" sldId="267"/>
            <ac:spMk id="2" creationId="{9B20D68F-FC92-5866-A6DE-4E4D410F327C}"/>
          </ac:spMkLst>
        </pc:spChg>
        <pc:spChg chg="mod">
          <ac:chgData name="Abhigna Komaravolu" userId="ce9f7693b60c5cbd" providerId="LiveId" clId="{96618CF5-0353-4E8A-B60D-0DD90AD1BA5D}" dt="2025-11-06T20:44:26.796" v="699" actId="21"/>
          <ac:spMkLst>
            <pc:docMk/>
            <pc:sldMk cId="1798364551" sldId="267"/>
            <ac:spMk id="3" creationId="{1FFD8EC5-584E-A9D6-1D40-F169E0A9BC08}"/>
          </ac:spMkLst>
        </pc:spChg>
      </pc:sldChg>
      <pc:sldChg chg="addSp delSp modSp new del mod">
        <pc:chgData name="Abhigna Komaravolu" userId="ce9f7693b60c5cbd" providerId="LiveId" clId="{96618CF5-0353-4E8A-B60D-0DD90AD1BA5D}" dt="2025-11-06T20:24:53.966" v="643" actId="2696"/>
        <pc:sldMkLst>
          <pc:docMk/>
          <pc:sldMk cId="2506283738" sldId="267"/>
        </pc:sldMkLst>
        <pc:spChg chg="add del mod">
          <ac:chgData name="Abhigna Komaravolu" userId="ce9f7693b60c5cbd" providerId="LiveId" clId="{96618CF5-0353-4E8A-B60D-0DD90AD1BA5D}" dt="2025-11-06T20:24:53.260" v="642"/>
          <ac:spMkLst>
            <pc:docMk/>
            <pc:sldMk cId="2506283738" sldId="267"/>
            <ac:spMk id="5" creationId="{40C4E7C6-F006-E719-A759-4B50CB5748E3}"/>
          </ac:spMkLst>
        </pc:spChg>
      </pc:sldChg>
      <pc:sldChg chg="new del">
        <pc:chgData name="Abhigna Komaravolu" userId="ce9f7693b60c5cbd" providerId="LiveId" clId="{96618CF5-0353-4E8A-B60D-0DD90AD1BA5D}" dt="2025-11-06T20:18:05.969" v="606" actId="2696"/>
        <pc:sldMkLst>
          <pc:docMk/>
          <pc:sldMk cId="3718722128" sldId="267"/>
        </pc:sldMkLst>
      </pc:sldChg>
      <pc:sldChg chg="new del">
        <pc:chgData name="Abhigna Komaravolu" userId="ce9f7693b60c5cbd" providerId="LiveId" clId="{96618CF5-0353-4E8A-B60D-0DD90AD1BA5D}" dt="2025-11-06T20:18:06.987" v="607" actId="2696"/>
        <pc:sldMkLst>
          <pc:docMk/>
          <pc:sldMk cId="4081143348" sldId="268"/>
        </pc:sldMkLst>
      </pc:sldChg>
      <pc:sldMasterChg chg="modTransition modSldLayout">
        <pc:chgData name="Abhigna Komaravolu" userId="ce9f7693b60c5cbd" providerId="LiveId" clId="{96618CF5-0353-4E8A-B60D-0DD90AD1BA5D}" dt="2025-11-06T20:33:00.263" v="666"/>
        <pc:sldMasterMkLst>
          <pc:docMk/>
          <pc:sldMasterMk cId="3034982234" sldId="2147483746"/>
        </pc:sldMasterMkLst>
        <pc:sldLayoutChg chg="modTransition">
          <pc:chgData name="Abhigna Komaravolu" userId="ce9f7693b60c5cbd" providerId="LiveId" clId="{96618CF5-0353-4E8A-B60D-0DD90AD1BA5D}" dt="2025-11-06T20:33:00.263" v="666"/>
          <pc:sldLayoutMkLst>
            <pc:docMk/>
            <pc:sldMasterMk cId="3034982234" sldId="2147483746"/>
            <pc:sldLayoutMk cId="811860513" sldId="2147483732"/>
          </pc:sldLayoutMkLst>
        </pc:sldLayoutChg>
        <pc:sldLayoutChg chg="modTransition">
          <pc:chgData name="Abhigna Komaravolu" userId="ce9f7693b60c5cbd" providerId="LiveId" clId="{96618CF5-0353-4E8A-B60D-0DD90AD1BA5D}" dt="2025-11-06T20:33:00.263" v="666"/>
          <pc:sldLayoutMkLst>
            <pc:docMk/>
            <pc:sldMasterMk cId="3034982234" sldId="2147483746"/>
            <pc:sldLayoutMk cId="2001422672" sldId="2147483733"/>
          </pc:sldLayoutMkLst>
        </pc:sldLayoutChg>
        <pc:sldLayoutChg chg="modTransition">
          <pc:chgData name="Abhigna Komaravolu" userId="ce9f7693b60c5cbd" providerId="LiveId" clId="{96618CF5-0353-4E8A-B60D-0DD90AD1BA5D}" dt="2025-11-06T20:33:00.263" v="666"/>
          <pc:sldLayoutMkLst>
            <pc:docMk/>
            <pc:sldMasterMk cId="3034982234" sldId="2147483746"/>
            <pc:sldLayoutMk cId="1933282235" sldId="2147483734"/>
          </pc:sldLayoutMkLst>
        </pc:sldLayoutChg>
        <pc:sldLayoutChg chg="modTransition">
          <pc:chgData name="Abhigna Komaravolu" userId="ce9f7693b60c5cbd" providerId="LiveId" clId="{96618CF5-0353-4E8A-B60D-0DD90AD1BA5D}" dt="2025-11-06T20:33:00.263" v="666"/>
          <pc:sldLayoutMkLst>
            <pc:docMk/>
            <pc:sldMasterMk cId="3034982234" sldId="2147483746"/>
            <pc:sldLayoutMk cId="523267730" sldId="2147483735"/>
          </pc:sldLayoutMkLst>
        </pc:sldLayoutChg>
        <pc:sldLayoutChg chg="modTransition">
          <pc:chgData name="Abhigna Komaravolu" userId="ce9f7693b60c5cbd" providerId="LiveId" clId="{96618CF5-0353-4E8A-B60D-0DD90AD1BA5D}" dt="2025-11-06T20:33:00.263" v="666"/>
          <pc:sldLayoutMkLst>
            <pc:docMk/>
            <pc:sldMasterMk cId="3034982234" sldId="2147483746"/>
            <pc:sldLayoutMk cId="1672269861" sldId="2147483736"/>
          </pc:sldLayoutMkLst>
        </pc:sldLayoutChg>
        <pc:sldLayoutChg chg="modTransition">
          <pc:chgData name="Abhigna Komaravolu" userId="ce9f7693b60c5cbd" providerId="LiveId" clId="{96618CF5-0353-4E8A-B60D-0DD90AD1BA5D}" dt="2025-11-06T20:33:00.263" v="666"/>
          <pc:sldLayoutMkLst>
            <pc:docMk/>
            <pc:sldMasterMk cId="3034982234" sldId="2147483746"/>
            <pc:sldLayoutMk cId="761827292" sldId="2147483737"/>
          </pc:sldLayoutMkLst>
        </pc:sldLayoutChg>
        <pc:sldLayoutChg chg="modTransition">
          <pc:chgData name="Abhigna Komaravolu" userId="ce9f7693b60c5cbd" providerId="LiveId" clId="{96618CF5-0353-4E8A-B60D-0DD90AD1BA5D}" dt="2025-11-06T20:33:00.263" v="666"/>
          <pc:sldLayoutMkLst>
            <pc:docMk/>
            <pc:sldMasterMk cId="3034982234" sldId="2147483746"/>
            <pc:sldLayoutMk cId="3068194699" sldId="2147483738"/>
          </pc:sldLayoutMkLst>
        </pc:sldLayoutChg>
        <pc:sldLayoutChg chg="modTransition">
          <pc:chgData name="Abhigna Komaravolu" userId="ce9f7693b60c5cbd" providerId="LiveId" clId="{96618CF5-0353-4E8A-B60D-0DD90AD1BA5D}" dt="2025-11-06T20:33:00.263" v="666"/>
          <pc:sldLayoutMkLst>
            <pc:docMk/>
            <pc:sldMasterMk cId="3034982234" sldId="2147483746"/>
            <pc:sldLayoutMk cId="4256663047" sldId="2147483743"/>
          </pc:sldLayoutMkLst>
        </pc:sldLayoutChg>
        <pc:sldLayoutChg chg="modTransition">
          <pc:chgData name="Abhigna Komaravolu" userId="ce9f7693b60c5cbd" providerId="LiveId" clId="{96618CF5-0353-4E8A-B60D-0DD90AD1BA5D}" dt="2025-11-06T20:33:00.263" v="666"/>
          <pc:sldLayoutMkLst>
            <pc:docMk/>
            <pc:sldMasterMk cId="3034982234" sldId="2147483746"/>
            <pc:sldLayoutMk cId="3304162564" sldId="2147483747"/>
          </pc:sldLayoutMkLst>
        </pc:sldLayoutChg>
        <pc:sldLayoutChg chg="modTransition">
          <pc:chgData name="Abhigna Komaravolu" userId="ce9f7693b60c5cbd" providerId="LiveId" clId="{96618CF5-0353-4E8A-B60D-0DD90AD1BA5D}" dt="2025-11-06T20:33:00.263" v="666"/>
          <pc:sldLayoutMkLst>
            <pc:docMk/>
            <pc:sldMasterMk cId="3034982234" sldId="2147483746"/>
            <pc:sldLayoutMk cId="4258331492" sldId="2147483748"/>
          </pc:sldLayoutMkLst>
        </pc:sldLayoutChg>
        <pc:sldLayoutChg chg="modTransition">
          <pc:chgData name="Abhigna Komaravolu" userId="ce9f7693b60c5cbd" providerId="LiveId" clId="{96618CF5-0353-4E8A-B60D-0DD90AD1BA5D}" dt="2025-11-06T20:33:00.263" v="666"/>
          <pc:sldLayoutMkLst>
            <pc:docMk/>
            <pc:sldMasterMk cId="3034982234" sldId="2147483746"/>
            <pc:sldLayoutMk cId="892670607" sldId="21474837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  <p:transition spd="slow">
    <p:wheel spokes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11/7/2025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  <p:transition spd="slow">
    <p:wheel spokes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11/7/2025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  <p:transition spd="slow">
    <p:wheel spokes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11/7/2025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  <p:transition spd="slow">
    <p:wheel spokes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11/7/2025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  <p:transition spd="slow">
    <p:wheel spokes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11/7/2025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  <p:transition spd="slow">
    <p:wheel spokes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11/7/2025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  <p:transition spd="slow">
    <p:wheel spokes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  <p:transition spd="slow">
    <p:wheel spokes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  <p:transition spd="slow">
    <p:wheel spokes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11/7/2025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  <p:transition spd="slow">
    <p:wheel spokes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11/7/2025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  <p:transition spd="slow">
    <p:wheel spokes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ransition spd="slow">
    <p:wheel spokes="1"/>
  </p:transition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Unlocking AI: An Introduction to Artificial Intelligence &amp; Prompt Engineering</a:t>
            </a:r>
            <a:b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</a:t>
            </a:r>
            <a:b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/>
          </a:bodyPr>
          <a:lstStyle/>
          <a:p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“A brief overview of the concepts shaping our future”</a:t>
            </a:r>
          </a:p>
          <a:p>
            <a:endParaRPr lang="en-US" sz="2400" i="1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i="1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  <p:transition spd="slow">
    <p:wheel spokes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8996E-B732-2143-ED2B-240E63817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Artificial Intelligence (AI)?</a:t>
            </a:r>
            <a:endParaRPr lang="en-IN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657F534-7104-D15D-19C9-17A4E6EB0E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3034541"/>
            <a:ext cx="9553449" cy="1908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John McCarthy (1927–2011)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was an American computer scientist and cognitive scientist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 </a:t>
            </a:r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coined the term "Artificial Intelligence"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1956 during the </a:t>
            </a:r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Dartmouth Conference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 is considered the founding event of AI as a field of study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is the science of making computers mimic human intelligence.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It’s about creating systems that can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learn, reason, perceive, and act.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22DC19-E522-36D4-6376-DDFACB9F99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8341" y="93306"/>
            <a:ext cx="2457339" cy="177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959147"/>
      </p:ext>
    </p:extLst>
  </p:cSld>
  <p:clrMapOvr>
    <a:masterClrMapping/>
  </p:clrMapOvr>
  <p:transition spd="slow">
    <p:wheel spokes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89DCB-E7CE-562B-5CCF-CA7A26283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b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Types of AI </a:t>
            </a:r>
            <a:endParaRPr lang="en-IN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FBDEA-0933-4B1C-E9AA-ED382EE5E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8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Machine Learning (ML):</a:t>
            </a:r>
            <a:r>
              <a:rPr lang="en-US" sz="18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most common type. Systems learn directly from data and patterns (e.g., your email spam filter).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Deep Learning (DL):</a:t>
            </a:r>
            <a:r>
              <a:rPr lang="en-US" sz="18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subfield of ML that uses complex "neural networks" to solve advanced problems (e.g., self-driving cars).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Natural Language Processing (NLP):</a:t>
            </a:r>
            <a:r>
              <a:rPr lang="en-US" sz="18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ability for AI to understand and process human language (e.g., Siri, Alexa, Google Translate).</a:t>
            </a:r>
            <a:b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155F7A-F8A5-1852-B23A-E374CFCDED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3853" y="4079353"/>
            <a:ext cx="3917019" cy="2246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238373"/>
      </p:ext>
    </p:extLst>
  </p:cSld>
  <p:clrMapOvr>
    <a:masterClrMapping/>
  </p:clrMapOvr>
  <p:transition spd="slow">
    <p:wheel spokes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B0DB2-2BB0-9530-DBC0-F5D6D3CA4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 to Prompt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EF11C-CAAC-4A25-CBF1-9D8E4A1E7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sz="20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prompt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the instruction you give to an AI, especially a Generative AI like ChatGPT.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is the art and science of crafting effective prompts to get the desired output from an AI is called as </a:t>
            </a:r>
            <a:r>
              <a:rPr lang="en-US" sz="20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Prompt Engineering</a:t>
            </a:r>
            <a:r>
              <a:rPr lang="en-US" sz="20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Think of it as learning how to ask the right questions to get the best answers.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Lets understand minute difference between the prompts about “Dog”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Weak Prompt:</a:t>
            </a:r>
            <a:r>
              <a:rPr lang="en-US" sz="20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"Tell me about dogs." (Too broad)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Strong Promp</a:t>
            </a:r>
            <a:r>
              <a:rPr lang="en-US" sz="20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t:</a:t>
            </a:r>
            <a:r>
              <a:rPr lang="en-US" sz="20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"Act as a veterinarian. Write a 3-bullet-point summary of the main exercise needs for a healthy 5-year-old Golden Retriever."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4220122"/>
      </p:ext>
    </p:extLst>
  </p:cSld>
  <p:clrMapOvr>
    <a:masterClrMapping/>
  </p:clrMapOvr>
  <p:transition spd="slow">
    <p:wheel spokes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CCF96-A8C3-718D-9377-EAFEBEBAF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Importance of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CB79F-BDE6-6BB2-55FC-AC70DB808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Efficiency &amp; Automation:</a:t>
            </a:r>
            <a:r>
              <a:rPr lang="en-US" sz="20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handles repetitive, time-consuming tasks (like data entry or customer service FAQs) so humans can focus on complex, creative problems.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Speed &amp; Accuracy:</a:t>
            </a:r>
            <a:r>
              <a:rPr lang="en-US" sz="20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can process and analyze massive datasets far faster and often with fewer errors than humans.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Personalization:</a:t>
            </a:r>
            <a:r>
              <a:rPr lang="en-US" sz="20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powers the recommendation engines we use every day (e.g., Netflix, Spotify, Amazon).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Problem-Solving:</a:t>
            </a:r>
            <a:r>
              <a:rPr lang="en-US" sz="20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is used to tackle huge challenges, from discovering new medicines to modeling climate change.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42A893-4516-84F3-16F3-04A8315B7F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5126" y="205273"/>
            <a:ext cx="5060118" cy="1698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805312"/>
      </p:ext>
    </p:extLst>
  </p:cSld>
  <p:clrMapOvr>
    <a:masterClrMapping/>
  </p:clrMapOvr>
  <p:transition spd="slow">
    <p:wheel spokes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A2B9D-FB88-B82A-C52A-480658EF4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Importance of Prompt Engineering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F784F6D-B356-591D-5601-F222194629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1" y="2418989"/>
            <a:ext cx="1109472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1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Unlocks AI's Potential:</a:t>
            </a:r>
            <a:r>
              <a:rPr kumimoji="0" lang="en-US" altLang="en-US" sz="2000" b="0" i="1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powerful AI is useless if you can't get what you want from it. Good</a:t>
            </a:r>
            <a:r>
              <a:rPr kumimoji="0" lang="en-US" altLang="en-US" sz="200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prompting</a:t>
            </a:r>
            <a:r>
              <a:rPr kumimoji="0" lang="en-US" altLang="en-US" sz="200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the key.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sz="20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Improves Accuracy &amp; Relevance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Specific prompts reduce the chance of the AI "hallucinating“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(making up facts) or giving generic, unhelpful answers.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sz="20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Saves Time &amp; Money:</a:t>
            </a:r>
            <a:r>
              <a:rPr lang="en-US" sz="20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Getting the right output on the first try (instead of 10) makes using AI far more efficient.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sz="20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Reduces Bias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By carefully framing a prompt, you can guide the AI to provide a more balanced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less biased response.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269898"/>
      </p:ext>
    </p:extLst>
  </p:cSld>
  <p:clrMapOvr>
    <a:masterClrMapping/>
  </p:clrMapOvr>
  <p:transition spd="slow">
    <p:wheel spokes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60550-B61C-C2A0-755A-3CEAC28FD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Concepts &amp;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6E045-5A59-95BF-0C41-20C0D63739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29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Concepts:</a:t>
            </a:r>
            <a:endParaRPr lang="en-US" sz="2900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Training Data:</a:t>
            </a:r>
            <a:r>
              <a:rPr lang="en-US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AI learns from data. The quality and quantity of this data are crucial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Neural Network:</a:t>
            </a:r>
            <a:r>
              <a:rPr lang="en-IN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</a:t>
            </a:r>
            <a:r>
              <a:rPr lang="en-US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brain-inspired structure used in Deep Learning to find patterns.</a:t>
            </a:r>
          </a:p>
          <a:p>
            <a:pPr marL="0" indent="0">
              <a:buNone/>
            </a:pPr>
            <a:r>
              <a:rPr lang="en-IN" sz="29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Prompt Engineering Techniques: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 Specific &amp; Clear:</a:t>
            </a:r>
            <a:r>
              <a:rPr lang="en-US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Provide details. (e.g., "Write a 100-word product description" vs. "Write a description").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 Context:</a:t>
            </a:r>
            <a:r>
              <a:rPr lang="en-US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Provide necessary background information. (e.g., "Our target audience is new homeowners...").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 Examples (Few-shot):</a:t>
            </a:r>
            <a:r>
              <a:rPr lang="en-US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Give the AI a sample of the output format you want.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Assign a Role:</a:t>
            </a:r>
            <a:r>
              <a:rPr lang="en-US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Tell the AI </a:t>
            </a:r>
            <a:r>
              <a:rPr lang="en-US" sz="29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who</a:t>
            </a:r>
            <a:r>
              <a:rPr lang="en-US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be. (e.g., "Act as an expert copywriter...").</a:t>
            </a:r>
            <a:endParaRPr lang="en-US" sz="29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DF0B63C-D78B-694F-4FB8-05AEFCDFD3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487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2247643"/>
      </p:ext>
    </p:extLst>
  </p:cSld>
  <p:clrMapOvr>
    <a:masterClrMapping/>
  </p:clrMapOvr>
  <p:transition spd="slow">
    <p:wheel spokes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C4631-940F-80B4-27E5-9FB30F312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Applications Across Industries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1EA74-35A1-665E-99E7-9B06EB881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3237722"/>
            <a:ext cx="10058400" cy="2631370"/>
          </a:xfrm>
        </p:spPr>
        <p:txBody>
          <a:bodyPr/>
          <a:lstStyle/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53A4F34-1EF2-0A45-DABC-6F1FD1999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320" y="2692984"/>
            <a:ext cx="8480904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1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Finance:</a:t>
            </a:r>
            <a:r>
              <a:rPr kumimoji="0" lang="en-US" altLang="en-US" sz="2000" b="0" i="1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for fraud detection, algorithmic trading, and personalized financial advice.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0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Content Creation:</a:t>
            </a:r>
            <a:r>
              <a:rPr lang="en-US" sz="20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Prompt engineering is used daily by marketers, writers, and designers to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draftarticles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create images, and write code.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0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Service:</a:t>
            </a:r>
            <a:r>
              <a:rPr lang="en-US" sz="20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AI-powered chatbots (guided by prompts) 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handle customer queries 24/7.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Education:</a:t>
            </a:r>
            <a:r>
              <a:rPr lang="en-IN" sz="20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Personalized lea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rning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paths and AI tutors that adapt to a student's pace.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0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Healthcare:</a:t>
            </a:r>
            <a:r>
              <a:rPr lang="en-US" sz="20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helps in diagnosing diseases from scans (like X-rays) and personalizing treatment plans.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5620901"/>
      </p:ext>
    </p:extLst>
  </p:cSld>
  <p:clrMapOvr>
    <a:masterClrMapping/>
  </p:clrMapOvr>
  <p:transition spd="slow">
    <p:wheel spokes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9CBB8-D983-4F74-462C-06CA2AAFF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C1018-5787-975E-A62B-DB90F6C6E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Future of AI:</a:t>
            </a:r>
          </a:p>
          <a:p>
            <a:r>
              <a:rPr lang="en-US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will become more integrated into our daily lives, like electricity or the internet.</a:t>
            </a:r>
          </a:p>
          <a:p>
            <a:r>
              <a:rPr lang="en-US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Advancements will lead to more capable systems, though "human-level" AI is still a long-term, complex goal.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Future of Prompt Engineering:</a:t>
            </a:r>
          </a:p>
          <a:p>
            <a:r>
              <a:rPr lang="en-US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is a booming and essential skill.</a:t>
            </a:r>
          </a:p>
          <a:p>
            <a:r>
              <a:rPr lang="en-US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AI becomes more common, the people who know how to communicate with it effectively (prompt engineers) will be in high demand across </a:t>
            </a:r>
            <a:r>
              <a:rPr lang="en-US" sz="29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</a:t>
            </a:r>
            <a:r>
              <a:rPr lang="en-US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industries.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Conclusion:</a:t>
            </a:r>
            <a:r>
              <a:rPr lang="en-US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Learning the basics of AI and prompt engineering is no longer just for techies; it's becoming a fundamental skill for everyone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6367701"/>
      </p:ext>
    </p:extLst>
  </p:cSld>
  <p:clrMapOvr>
    <a:masterClrMapping/>
  </p:clrMapOvr>
  <p:transition spd="slow">
    <p:wheel spokes="1"/>
  </p:transition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{7B599E8C-2F6B-4695-8EB7-B99BA0DC302A}tf56160789_win32</Template>
  <TotalTime>94</TotalTime>
  <Words>841</Words>
  <Application>Microsoft Office PowerPoint</Application>
  <PresentationFormat>Widescreen</PresentationFormat>
  <Paragraphs>62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Bookman Old Style</vt:lpstr>
      <vt:lpstr>Calibri</vt:lpstr>
      <vt:lpstr>Franklin Gothic Book</vt:lpstr>
      <vt:lpstr>Wingdings</vt:lpstr>
      <vt:lpstr>Custom</vt:lpstr>
      <vt:lpstr>Unlocking AI: An Introduction to Artificial Intelligence &amp; Prompt Engineering      </vt:lpstr>
      <vt:lpstr>What is Artificial Intelligence (AI)?</vt:lpstr>
      <vt:lpstr>    Types of AI </vt:lpstr>
      <vt:lpstr>Introduction to Prompt Engineering</vt:lpstr>
      <vt:lpstr>Importance of AI</vt:lpstr>
      <vt:lpstr>Importance of Prompt Engineering</vt:lpstr>
      <vt:lpstr>Key Concepts &amp; Techniques</vt:lpstr>
      <vt:lpstr>Applications Across Industries</vt:lpstr>
      <vt:lpstr>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Abhigna Komaravolu</dc:creator>
  <cp:lastModifiedBy>Abhigna Komaravolu</cp:lastModifiedBy>
  <cp:revision>1</cp:revision>
  <dcterms:created xsi:type="dcterms:W3CDTF">2025-11-06T18:44:31Z</dcterms:created>
  <dcterms:modified xsi:type="dcterms:W3CDTF">2025-11-06T20:44:53Z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